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7398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4494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87950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83399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429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46725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373575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1590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9360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3662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14789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99108-43BF-4AC7-981E-83CA37F6BD2D}" type="datetimeFigureOut">
              <a:rPr lang="hi-IN" smtClean="0"/>
              <a:t>मंगलवार, 4 अग्रहायन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4A219-EC0C-46E3-B19E-F0E6A99B8FF4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4561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vouni/Cherry/tree/main" TargetMode="External"/><Relationship Id="rId2" Type="http://schemas.openxmlformats.org/officeDocument/2006/relationships/hyperlink" Target="https://cherry-ez1t.onrender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6735" y="-541036"/>
            <a:ext cx="9144000" cy="4372274"/>
          </a:xfrm>
        </p:spPr>
        <p:txBody>
          <a:bodyPr>
            <a:normAutofit/>
          </a:bodyPr>
          <a:lstStyle/>
          <a:p>
            <a:r>
              <a:rPr lang="en-US" sz="4400" b="1" u="sng" dirty="0" smtClean="0"/>
              <a:t>Cherry — AI </a:t>
            </a:r>
            <a:r>
              <a:rPr lang="en-US" sz="4400" b="1" u="sng" dirty="0" err="1" smtClean="0"/>
              <a:t>Voicebot</a:t>
            </a:r>
            <a:r>
              <a:rPr lang="en-US" sz="4400" b="1" u="sng" dirty="0" smtClean="0"/>
              <a:t> for Kendriya Vidyalaya</a:t>
            </a:r>
            <a:endParaRPr lang="hi-IN" sz="44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503" y="3831238"/>
            <a:ext cx="9144000" cy="1655762"/>
          </a:xfrm>
        </p:spPr>
        <p:txBody>
          <a:bodyPr>
            <a:normAutofit/>
          </a:bodyPr>
          <a:lstStyle/>
          <a:p>
            <a:r>
              <a:rPr lang="en-US" sz="1400" dirty="0" smtClean="0"/>
              <a:t>Smart assistant for timetable queries, academic doubt solving &amp; PD updates</a:t>
            </a:r>
            <a:endParaRPr lang="hi-IN" sz="1400" dirty="0"/>
          </a:p>
        </p:txBody>
      </p:sp>
    </p:spTree>
    <p:extLst>
      <p:ext uri="{BB962C8B-B14F-4D97-AF65-F5344CB8AC3E}">
        <p14:creationId xmlns:p14="http://schemas.microsoft.com/office/powerpoint/2010/main" val="115075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Cherry?</a:t>
            </a:r>
            <a:endParaRPr lang="hi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5069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Cherry?</a:t>
            </a:r>
            <a:endParaRPr lang="hi-IN" b="1" u="sng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248400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973" y="-591109"/>
            <a:ext cx="9144000" cy="2411669"/>
          </a:xfrm>
        </p:spPr>
        <p:txBody>
          <a:bodyPr/>
          <a:lstStyle/>
          <a:p>
            <a:r>
              <a:rPr lang="en-US" b="1" i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Features of Cherry</a:t>
            </a:r>
            <a:endParaRPr lang="hi-IN" b="1" u="sng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5" name="TextBox 4"/>
          <p:cNvSpPr txBox="1"/>
          <p:nvPr/>
        </p:nvSpPr>
        <p:spPr>
          <a:xfrm>
            <a:off x="1795849" y="2124710"/>
            <a:ext cx="5774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i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Voice-based and text-based interaction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Timetable lookup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Academic doubt solving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 / current period detection</a:t>
            </a:r>
          </a:p>
          <a:p>
            <a:r>
              <a:rPr lang="en-US" i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   Web interface for easy access</a:t>
            </a:r>
          </a:p>
        </p:txBody>
      </p:sp>
    </p:spTree>
    <p:extLst>
      <p:ext uri="{BB962C8B-B14F-4D97-AF65-F5344CB8AC3E}">
        <p14:creationId xmlns:p14="http://schemas.microsoft.com/office/powerpoint/2010/main" val="165351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System Workflow</a:t>
            </a:r>
            <a:endParaRPr lang="en-US" b="1" u="sng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20921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Technologies Used</a:t>
            </a:r>
            <a:r>
              <a:rPr lang="en-US" dirty="0" smtClean="0"/>
              <a:t/>
            </a:r>
            <a:br>
              <a:rPr lang="en-US" dirty="0" smtClean="0"/>
            </a:br>
            <a:endParaRPr lang="hi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b="1" i="1" u="sng" dirty="0" smtClean="0">
                <a:solidFill>
                  <a:schemeClr val="bg2">
                    <a:lumMod val="25000"/>
                  </a:schemeClr>
                </a:solidFill>
              </a:rPr>
              <a:t>Frontend:</a:t>
            </a:r>
            <a:r>
              <a:rPr lang="en-US" sz="2100" i="1" u="sng" dirty="0" smtClean="0">
                <a:solidFill>
                  <a:schemeClr val="bg2">
                    <a:lumMod val="25000"/>
                  </a:schemeClr>
                </a:solidFill>
              </a:rPr>
              <a:t> HTML, CSS, JavaScript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b="1" i="1" u="sng" dirty="0" smtClean="0">
                <a:solidFill>
                  <a:schemeClr val="bg2">
                    <a:lumMod val="25000"/>
                  </a:schemeClr>
                </a:solidFill>
              </a:rPr>
              <a:t>Backend:</a:t>
            </a:r>
            <a:r>
              <a:rPr lang="en-US" sz="2100" i="1" u="sng" dirty="0" smtClean="0">
                <a:solidFill>
                  <a:schemeClr val="bg2">
                    <a:lumMod val="25000"/>
                  </a:schemeClr>
                </a:solidFill>
              </a:rPr>
              <a:t> Python / Flask (or specify actual framework used)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b="1" i="1" u="sng" dirty="0" smtClean="0">
                <a:solidFill>
                  <a:schemeClr val="bg2">
                    <a:lumMod val="25000"/>
                  </a:schemeClr>
                </a:solidFill>
              </a:rPr>
              <a:t>AI Model:</a:t>
            </a:r>
            <a:r>
              <a:rPr lang="en-US" sz="2100" i="1" u="sng" dirty="0" smtClean="0">
                <a:solidFill>
                  <a:schemeClr val="bg2">
                    <a:lumMod val="25000"/>
                  </a:schemeClr>
                </a:solidFill>
              </a:rPr>
              <a:t> LLM-powered response system</a:t>
            </a:r>
            <a:endParaRPr lang="en-US" sz="2100" i="1" u="sng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b="1" i="1" u="sng" dirty="0" smtClean="0">
                <a:solidFill>
                  <a:schemeClr val="bg2">
                    <a:lumMod val="25000"/>
                  </a:schemeClr>
                </a:solidFill>
              </a:rPr>
              <a:t>Database:</a:t>
            </a:r>
            <a:r>
              <a:rPr lang="en-US" sz="2100" i="1" u="sng" dirty="0" smtClean="0">
                <a:solidFill>
                  <a:schemeClr val="bg2">
                    <a:lumMod val="25000"/>
                  </a:schemeClr>
                </a:solidFill>
              </a:rPr>
              <a:t> Timetable dataset + knowledge base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b="1" i="1" u="sng" dirty="0" smtClean="0">
                <a:solidFill>
                  <a:schemeClr val="bg2">
                    <a:lumMod val="25000"/>
                  </a:schemeClr>
                </a:solidFill>
              </a:rPr>
              <a:t>Deployment:</a:t>
            </a:r>
            <a:r>
              <a:rPr lang="en-US" sz="2100" i="1" u="sng" dirty="0" smtClean="0">
                <a:solidFill>
                  <a:schemeClr val="bg2">
                    <a:lumMod val="25000"/>
                  </a:schemeClr>
                </a:solidFill>
              </a:rPr>
              <a:t> Render hosting</a:t>
            </a:r>
            <a:endParaRPr lang="en-US" sz="2100" i="1" u="sng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333755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4486" y="-1274848"/>
            <a:ext cx="9144000" cy="2387600"/>
          </a:xfrm>
        </p:spPr>
        <p:txBody>
          <a:bodyPr/>
          <a:lstStyle/>
          <a:p>
            <a:r>
              <a:rPr lang="en-US" dirty="0" smtClean="0"/>
              <a:t>Project Folder Structure</a:t>
            </a:r>
            <a:endParaRPr lang="hi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-1781414" y="711024"/>
            <a:ext cx="1367481" cy="1954427"/>
          </a:xfrm>
        </p:spPr>
        <p:txBody>
          <a:bodyPr/>
          <a:lstStyle/>
          <a:p>
            <a:endParaRPr lang="hi-IN" dirty="0"/>
          </a:p>
        </p:txBody>
      </p:sp>
      <p:sp>
        <p:nvSpPr>
          <p:cNvPr id="4" name="TextBox 3"/>
          <p:cNvSpPr txBox="1"/>
          <p:nvPr/>
        </p:nvSpPr>
        <p:spPr>
          <a:xfrm>
            <a:off x="1031846" y="1879134"/>
            <a:ext cx="96221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Cherry/</a:t>
            </a:r>
          </a:p>
          <a:p>
            <a:r>
              <a:rPr lang="en-US" dirty="0" smtClean="0"/>
              <a:t>│── static/         → CSS, JS, frontend assets</a:t>
            </a:r>
          </a:p>
          <a:p>
            <a:r>
              <a:rPr lang="en-US" dirty="0" smtClean="0"/>
              <a:t>│── views/      → </a:t>
            </a:r>
            <a:r>
              <a:rPr lang="en-US" dirty="0" err="1" smtClean="0"/>
              <a:t>ejs</a:t>
            </a:r>
            <a:r>
              <a:rPr lang="en-US" dirty="0" smtClean="0"/>
              <a:t> files</a:t>
            </a:r>
          </a:p>
          <a:p>
            <a:r>
              <a:rPr lang="en-US" dirty="0" smtClean="0"/>
              <a:t>│── models/         → AI model or prompt files( here GEMINI )</a:t>
            </a:r>
          </a:p>
          <a:p>
            <a:r>
              <a:rPr lang="en-US" dirty="0" smtClean="0"/>
              <a:t>│── </a:t>
            </a:r>
            <a:r>
              <a:rPr lang="en-US" dirty="0" err="1" smtClean="0"/>
              <a:t>dataControllers</a:t>
            </a:r>
            <a:r>
              <a:rPr lang="en-US" dirty="0" smtClean="0"/>
              <a:t>/           → Timetable &amp; academic dataset</a:t>
            </a:r>
          </a:p>
          <a:p>
            <a:r>
              <a:rPr lang="en-US" dirty="0" smtClean="0"/>
              <a:t>│── server.js       → Main backend application</a:t>
            </a:r>
          </a:p>
        </p:txBody>
      </p:sp>
    </p:spTree>
    <p:extLst>
      <p:ext uri="{BB962C8B-B14F-4D97-AF65-F5344CB8AC3E}">
        <p14:creationId xmlns:p14="http://schemas.microsoft.com/office/powerpoint/2010/main" val="137251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&amp; Links</a:t>
            </a:r>
            <a:endParaRPr lang="hi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 err="1" smtClean="0"/>
              <a:t>Github</a:t>
            </a:r>
            <a:r>
              <a:rPr lang="en-US" b="1" dirty="0" smtClean="0"/>
              <a:t>: 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Cherry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ai</a:t>
            </a:r>
            <a:endParaRPr lang="en-US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l"/>
            <a:r>
              <a:rPr lang="en-US" b="1" dirty="0" smtClean="0"/>
              <a:t>Live Website: </a:t>
            </a:r>
            <a:r>
              <a:rPr lang="en-US" b="1" dirty="0" err="1" smtClean="0">
                <a:hlinkClick r:id="rId3"/>
              </a:rPr>
              <a:t>Git</a:t>
            </a:r>
            <a:r>
              <a:rPr lang="en-US" b="1" dirty="0" smtClean="0">
                <a:hlinkClick r:id="rId3"/>
              </a:rPr>
              <a:t> repo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110798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Challenges</a:t>
            </a:r>
            <a:endParaRPr lang="hi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73621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What’s Next?</a:t>
            </a:r>
            <a:endParaRPr lang="hi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61856" y="3681788"/>
            <a:ext cx="402065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i-IN" sz="16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attendance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i-IN" sz="16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student login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i-IN" sz="16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subject-wise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i-IN" sz="16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mobile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i-IN" sz="16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with fine-tuned mod</a:t>
            </a:r>
            <a:r>
              <a:rPr kumimoji="0" lang="hi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</a:t>
            </a:r>
          </a:p>
        </p:txBody>
      </p:sp>
    </p:spTree>
    <p:extLst>
      <p:ext uri="{BB962C8B-B14F-4D97-AF65-F5344CB8AC3E}">
        <p14:creationId xmlns:p14="http://schemas.microsoft.com/office/powerpoint/2010/main" val="366473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hi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89274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hi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91181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177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Mangal</vt:lpstr>
      <vt:lpstr>Office Theme</vt:lpstr>
      <vt:lpstr>Cherry — AI Voicebot for Kendriya Vidyalaya</vt:lpstr>
      <vt:lpstr>What is Cherry?</vt:lpstr>
      <vt:lpstr>Why Cherry?</vt:lpstr>
      <vt:lpstr>Main Features of Cherry</vt:lpstr>
      <vt:lpstr>System Workflow</vt:lpstr>
      <vt:lpstr>Technologies Used </vt:lpstr>
      <vt:lpstr>Project Folder Structure</vt:lpstr>
      <vt:lpstr>Demo &amp; Links</vt:lpstr>
      <vt:lpstr>Development Challenges</vt:lpstr>
      <vt:lpstr>What’s Next?</vt:lpstr>
      <vt:lpstr>Conclusion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Cherry — AI Voicebot for Kendriya Vidyalaya</dc:title>
  <dc:creator>Kendriya Vidyalaya</dc:creator>
  <cp:lastModifiedBy>Kendriya Vidyalaya</cp:lastModifiedBy>
  <cp:revision>3</cp:revision>
  <dcterms:created xsi:type="dcterms:W3CDTF">2025-11-25T08:09:25Z</dcterms:created>
  <dcterms:modified xsi:type="dcterms:W3CDTF">2025-11-25T08:26:19Z</dcterms:modified>
</cp:coreProperties>
</file>